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0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CB024-3141-4F07-80C7-118A82E89610}" v="150" dt="2026-01-27T08:28:59.598"/>
  </p1510:revLst>
</p1510:revInfo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3"/>
  </p:normalViewPr>
  <p:slideViewPr>
    <p:cSldViewPr snapToGrid="0">
      <p:cViewPr varScale="1">
        <p:scale>
          <a:sx n="102" d="100"/>
          <a:sy n="102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tan Patel" userId="04e55f8e-7dea-4ff6-a389-014f899a4921" providerId="ADAL" clId="{F6A1A496-DEAC-46D4-AAFA-058924DA3BC9}"/>
    <pc:docChg chg="undo redo custSel addSld delSld modSld sldOrd">
      <pc:chgData name="Chintan Patel" userId="04e55f8e-7dea-4ff6-a389-014f899a4921" providerId="ADAL" clId="{F6A1A496-DEAC-46D4-AAFA-058924DA3BC9}" dt="2026-01-27T08:29:08.116" v="2160" actId="20577"/>
      <pc:docMkLst>
        <pc:docMk/>
      </pc:docMkLst>
      <pc:sldChg chg="modSp add mod">
        <pc:chgData name="Chintan Patel" userId="04e55f8e-7dea-4ff6-a389-014f899a4921" providerId="ADAL" clId="{F6A1A496-DEAC-46D4-AAFA-058924DA3BC9}" dt="2026-01-27T08:15:30.283" v="1942" actId="20577"/>
        <pc:sldMkLst>
          <pc:docMk/>
          <pc:sldMk cId="2774281116" sldId="256"/>
        </pc:sldMkLst>
        <pc:spChg chg="mod">
          <ac:chgData name="Chintan Patel" userId="04e55f8e-7dea-4ff6-a389-014f899a4921" providerId="ADAL" clId="{F6A1A496-DEAC-46D4-AAFA-058924DA3BC9}" dt="2026-01-27T08:15:15.147" v="1928"/>
          <ac:spMkLst>
            <pc:docMk/>
            <pc:sldMk cId="2774281116" sldId="256"/>
            <ac:spMk id="2" creationId="{3CF8967C-D41A-D2CB-73D2-A8FAC6453DA2}"/>
          </ac:spMkLst>
        </pc:spChg>
        <pc:spChg chg="mod">
          <ac:chgData name="Chintan Patel" userId="04e55f8e-7dea-4ff6-a389-014f899a4921" providerId="ADAL" clId="{F6A1A496-DEAC-46D4-AAFA-058924DA3BC9}" dt="2026-01-27T08:15:30.283" v="1942" actId="20577"/>
          <ac:spMkLst>
            <pc:docMk/>
            <pc:sldMk cId="2774281116" sldId="256"/>
            <ac:spMk id="3" creationId="{DDD72764-2AFC-FEFA-4E7E-387303DE506B}"/>
          </ac:spMkLst>
        </pc:spChg>
      </pc:sldChg>
      <pc:sldChg chg="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2996577519" sldId="257"/>
        </pc:sldMkLst>
      </pc:sldChg>
      <pc:sldChg chg="addSp delSp modSp new mod modAnim">
        <pc:chgData name="Chintan Patel" userId="04e55f8e-7dea-4ff6-a389-014f899a4921" providerId="ADAL" clId="{F6A1A496-DEAC-46D4-AAFA-058924DA3BC9}" dt="2026-01-27T08:17:16.689" v="1957"/>
        <pc:sldMkLst>
          <pc:docMk/>
          <pc:sldMk cId="4024170733" sldId="257"/>
        </pc:sldMkLst>
        <pc:spChg chg="mod">
          <ac:chgData name="Chintan Patel" userId="04e55f8e-7dea-4ff6-a389-014f899a4921" providerId="ADAL" clId="{F6A1A496-DEAC-46D4-AAFA-058924DA3BC9}" dt="2026-01-27T08:16:25.679" v="1949"/>
          <ac:spMkLst>
            <pc:docMk/>
            <pc:sldMk cId="4024170733" sldId="257"/>
            <ac:spMk id="2" creationId="{F9F6FEE5-A564-643B-6E8A-B36285212259}"/>
          </ac:spMkLst>
        </pc:spChg>
        <pc:spChg chg="add del mod">
          <ac:chgData name="Chintan Patel" userId="04e55f8e-7dea-4ff6-a389-014f899a4921" providerId="ADAL" clId="{F6A1A496-DEAC-46D4-AAFA-058924DA3BC9}" dt="2026-01-27T08:16:27.939" v="1950" actId="6549"/>
          <ac:spMkLst>
            <pc:docMk/>
            <pc:sldMk cId="4024170733" sldId="257"/>
            <ac:spMk id="3" creationId="{E23066FA-07FB-C8E7-D807-62141C5CF0A0}"/>
          </ac:spMkLst>
        </pc:spChg>
        <pc:spChg chg="add mod">
          <ac:chgData name="Chintan Patel" userId="04e55f8e-7dea-4ff6-a389-014f899a4921" providerId="ADAL" clId="{F6A1A496-DEAC-46D4-AAFA-058924DA3BC9}" dt="2026-01-27T08:16:09.403" v="1945"/>
          <ac:spMkLst>
            <pc:docMk/>
            <pc:sldMk cId="4024170733" sldId="257"/>
            <ac:spMk id="4" creationId="{896C2AEB-9C58-9EAE-BE9A-D41246A18EF0}"/>
          </ac:spMkLst>
        </pc:spChg>
      </pc:sldChg>
      <pc:sldChg chg="modSp new mod modAnim">
        <pc:chgData name="Chintan Patel" userId="04e55f8e-7dea-4ff6-a389-014f899a4921" providerId="ADAL" clId="{F6A1A496-DEAC-46D4-AAFA-058924DA3BC9}" dt="2026-01-27T08:17:14.171" v="1956"/>
        <pc:sldMkLst>
          <pc:docMk/>
          <pc:sldMk cId="1730465495" sldId="258"/>
        </pc:sldMkLst>
        <pc:spChg chg="mod">
          <ac:chgData name="Chintan Patel" userId="04e55f8e-7dea-4ff6-a389-014f899a4921" providerId="ADAL" clId="{F6A1A496-DEAC-46D4-AAFA-058924DA3BC9}" dt="2026-01-27T08:16:41.616" v="1953"/>
          <ac:spMkLst>
            <pc:docMk/>
            <pc:sldMk cId="1730465495" sldId="258"/>
            <ac:spMk id="2" creationId="{058F3F20-E750-3892-0FED-F2F1B45F7F8B}"/>
          </ac:spMkLst>
        </pc:spChg>
        <pc:spChg chg="mod">
          <ac:chgData name="Chintan Patel" userId="04e55f8e-7dea-4ff6-a389-014f899a4921" providerId="ADAL" clId="{F6A1A496-DEAC-46D4-AAFA-058924DA3BC9}" dt="2026-01-27T08:16:57.216" v="1955" actId="20577"/>
          <ac:spMkLst>
            <pc:docMk/>
            <pc:sldMk cId="1730465495" sldId="258"/>
            <ac:spMk id="3" creationId="{D241B3B6-0B91-E6D7-7423-FD622F76DC25}"/>
          </ac:spMkLst>
        </pc:spChg>
      </pc:sldChg>
      <pc:sldChg chg="delSp modSp new del mod">
        <pc:chgData name="Chintan Patel" userId="04e55f8e-7dea-4ff6-a389-014f899a4921" providerId="ADAL" clId="{F6A1A496-DEAC-46D4-AAFA-058924DA3BC9}" dt="2026-01-27T08:14:29.691" v="1927" actId="47"/>
        <pc:sldMkLst>
          <pc:docMk/>
          <pc:sldMk cId="1803138828" sldId="258"/>
        </pc:sldMkLst>
      </pc:sldChg>
      <pc:sldChg chg="modSp new mod modAnim">
        <pc:chgData name="Chintan Patel" userId="04e55f8e-7dea-4ff6-a389-014f899a4921" providerId="ADAL" clId="{F6A1A496-DEAC-46D4-AAFA-058924DA3BC9}" dt="2026-01-27T08:17:39.708" v="1964"/>
        <pc:sldMkLst>
          <pc:docMk/>
          <pc:sldMk cId="509783475" sldId="259"/>
        </pc:sldMkLst>
        <pc:spChg chg="mod">
          <ac:chgData name="Chintan Patel" userId="04e55f8e-7dea-4ff6-a389-014f899a4921" providerId="ADAL" clId="{F6A1A496-DEAC-46D4-AAFA-058924DA3BC9}" dt="2026-01-27T08:17:30.925" v="1962"/>
          <ac:spMkLst>
            <pc:docMk/>
            <pc:sldMk cId="509783475" sldId="259"/>
            <ac:spMk id="2" creationId="{8B44FAA3-36B8-D2C0-1D15-23F588B449E4}"/>
          </ac:spMkLst>
        </pc:spChg>
        <pc:spChg chg="mod">
          <ac:chgData name="Chintan Patel" userId="04e55f8e-7dea-4ff6-a389-014f899a4921" providerId="ADAL" clId="{F6A1A496-DEAC-46D4-AAFA-058924DA3BC9}" dt="2026-01-27T08:17:32.932" v="1963" actId="6549"/>
          <ac:spMkLst>
            <pc:docMk/>
            <pc:sldMk cId="509783475" sldId="259"/>
            <ac:spMk id="3" creationId="{3778E3E6-83D4-DC08-E5A8-3905D4E020F9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1132166518" sldId="259"/>
        </pc:sldMkLst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945390563" sldId="260"/>
        </pc:sldMkLst>
      </pc:sldChg>
      <pc:sldChg chg="modSp new mod modAnim">
        <pc:chgData name="Chintan Patel" userId="04e55f8e-7dea-4ff6-a389-014f899a4921" providerId="ADAL" clId="{F6A1A496-DEAC-46D4-AAFA-058924DA3BC9}" dt="2026-01-27T08:18:05.149" v="1971"/>
        <pc:sldMkLst>
          <pc:docMk/>
          <pc:sldMk cId="2882949998" sldId="260"/>
        </pc:sldMkLst>
        <pc:spChg chg="mod">
          <ac:chgData name="Chintan Patel" userId="04e55f8e-7dea-4ff6-a389-014f899a4921" providerId="ADAL" clId="{F6A1A496-DEAC-46D4-AAFA-058924DA3BC9}" dt="2026-01-27T08:17:53.719" v="1969"/>
          <ac:spMkLst>
            <pc:docMk/>
            <pc:sldMk cId="2882949998" sldId="260"/>
            <ac:spMk id="2" creationId="{DA8FCEE8-26D9-59A1-5785-A7CF833C7451}"/>
          </ac:spMkLst>
        </pc:spChg>
        <pc:spChg chg="mod">
          <ac:chgData name="Chintan Patel" userId="04e55f8e-7dea-4ff6-a389-014f899a4921" providerId="ADAL" clId="{F6A1A496-DEAC-46D4-AAFA-058924DA3BC9}" dt="2026-01-27T08:17:55.100" v="1970" actId="6549"/>
          <ac:spMkLst>
            <pc:docMk/>
            <pc:sldMk cId="2882949998" sldId="260"/>
            <ac:spMk id="3" creationId="{827BA572-4C78-6119-EF1C-0E9BFB670318}"/>
          </ac:spMkLst>
        </pc:spChg>
      </pc:sldChg>
      <pc:sldChg chg="addSp delSp 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51584803" sldId="261"/>
        </pc:sldMkLst>
      </pc:sldChg>
      <pc:sldChg chg="modSp new mod modAnim">
        <pc:chgData name="Chintan Patel" userId="04e55f8e-7dea-4ff6-a389-014f899a4921" providerId="ADAL" clId="{F6A1A496-DEAC-46D4-AAFA-058924DA3BC9}" dt="2026-01-27T08:18:24.840" v="1982"/>
        <pc:sldMkLst>
          <pc:docMk/>
          <pc:sldMk cId="3981550648" sldId="261"/>
        </pc:sldMkLst>
        <pc:spChg chg="mod">
          <ac:chgData name="Chintan Patel" userId="04e55f8e-7dea-4ff6-a389-014f899a4921" providerId="ADAL" clId="{F6A1A496-DEAC-46D4-AAFA-058924DA3BC9}" dt="2026-01-27T08:18:19.375" v="1977"/>
          <ac:spMkLst>
            <pc:docMk/>
            <pc:sldMk cId="3981550648" sldId="261"/>
            <ac:spMk id="2" creationId="{C88C58CE-5FD8-C000-CCBD-5950E05B0409}"/>
          </ac:spMkLst>
        </pc:spChg>
        <pc:spChg chg="mod">
          <ac:chgData name="Chintan Patel" userId="04e55f8e-7dea-4ff6-a389-014f899a4921" providerId="ADAL" clId="{F6A1A496-DEAC-46D4-AAFA-058924DA3BC9}" dt="2026-01-27T08:18:22.239" v="1981" actId="27636"/>
          <ac:spMkLst>
            <pc:docMk/>
            <pc:sldMk cId="3981550648" sldId="261"/>
            <ac:spMk id="3" creationId="{EE9370BB-2F14-AB64-DE7F-B33450458F9A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530468688" sldId="262"/>
        </pc:sldMkLst>
      </pc:sldChg>
      <pc:sldChg chg="modSp new mod modAnim">
        <pc:chgData name="Chintan Patel" userId="04e55f8e-7dea-4ff6-a389-014f899a4921" providerId="ADAL" clId="{F6A1A496-DEAC-46D4-AAFA-058924DA3BC9}" dt="2026-01-27T08:18:48.594" v="1991"/>
        <pc:sldMkLst>
          <pc:docMk/>
          <pc:sldMk cId="2382471738" sldId="262"/>
        </pc:sldMkLst>
        <pc:spChg chg="mod">
          <ac:chgData name="Chintan Patel" userId="04e55f8e-7dea-4ff6-a389-014f899a4921" providerId="ADAL" clId="{F6A1A496-DEAC-46D4-AAFA-058924DA3BC9}" dt="2026-01-27T08:18:44.431" v="1989"/>
          <ac:spMkLst>
            <pc:docMk/>
            <pc:sldMk cId="2382471738" sldId="262"/>
            <ac:spMk id="2" creationId="{3AACCBB1-0666-6E41-B1B8-E5B5626EAF55}"/>
          </ac:spMkLst>
        </pc:spChg>
        <pc:spChg chg="mod">
          <ac:chgData name="Chintan Patel" userId="04e55f8e-7dea-4ff6-a389-014f899a4921" providerId="ADAL" clId="{F6A1A496-DEAC-46D4-AAFA-058924DA3BC9}" dt="2026-01-27T08:18:45.666" v="1990" actId="6549"/>
          <ac:spMkLst>
            <pc:docMk/>
            <pc:sldMk cId="2382471738" sldId="262"/>
            <ac:spMk id="3" creationId="{EDA19ADB-1A89-98D8-AB9E-A9248AD458C0}"/>
          </ac:spMkLst>
        </pc:spChg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2405337956" sldId="263"/>
        </pc:sldMkLst>
      </pc:sldChg>
      <pc:sldChg chg="modSp new mod modAnim">
        <pc:chgData name="Chintan Patel" userId="04e55f8e-7dea-4ff6-a389-014f899a4921" providerId="ADAL" clId="{F6A1A496-DEAC-46D4-AAFA-058924DA3BC9}" dt="2026-01-27T08:19:42.088" v="2015" actId="20577"/>
        <pc:sldMkLst>
          <pc:docMk/>
          <pc:sldMk cId="3125403174" sldId="263"/>
        </pc:sldMkLst>
        <pc:spChg chg="mod">
          <ac:chgData name="Chintan Patel" userId="04e55f8e-7dea-4ff6-a389-014f899a4921" providerId="ADAL" clId="{F6A1A496-DEAC-46D4-AAFA-058924DA3BC9}" dt="2026-01-27T08:19:04.526" v="1996"/>
          <ac:spMkLst>
            <pc:docMk/>
            <pc:sldMk cId="3125403174" sldId="263"/>
            <ac:spMk id="2" creationId="{E0038427-7263-90F4-1870-B59A1DF420CF}"/>
          </ac:spMkLst>
        </pc:spChg>
        <pc:spChg chg="mod">
          <ac:chgData name="Chintan Patel" userId="04e55f8e-7dea-4ff6-a389-014f899a4921" providerId="ADAL" clId="{F6A1A496-DEAC-46D4-AAFA-058924DA3BC9}" dt="2026-01-27T08:19:42.088" v="2015" actId="20577"/>
          <ac:spMkLst>
            <pc:docMk/>
            <pc:sldMk cId="3125403174" sldId="263"/>
            <ac:spMk id="3" creationId="{A60B84EF-E764-33C9-13E4-8D298F83C726}"/>
          </ac:spMkLst>
        </pc:spChg>
      </pc:sldChg>
      <pc:sldChg chg="modSp new mod modAnim">
        <pc:chgData name="Chintan Patel" userId="04e55f8e-7dea-4ff6-a389-014f899a4921" providerId="ADAL" clId="{F6A1A496-DEAC-46D4-AAFA-058924DA3BC9}" dt="2026-01-27T08:20:00.232" v="2022"/>
        <pc:sldMkLst>
          <pc:docMk/>
          <pc:sldMk cId="198739010" sldId="264"/>
        </pc:sldMkLst>
        <pc:spChg chg="mod">
          <ac:chgData name="Chintan Patel" userId="04e55f8e-7dea-4ff6-a389-014f899a4921" providerId="ADAL" clId="{F6A1A496-DEAC-46D4-AAFA-058924DA3BC9}" dt="2026-01-27T08:19:55.887" v="2020"/>
          <ac:spMkLst>
            <pc:docMk/>
            <pc:sldMk cId="198739010" sldId="264"/>
            <ac:spMk id="2" creationId="{8925A6D5-834B-96E5-19E1-26AB8AA6632A}"/>
          </ac:spMkLst>
        </pc:spChg>
        <pc:spChg chg="mod">
          <ac:chgData name="Chintan Patel" userId="04e55f8e-7dea-4ff6-a389-014f899a4921" providerId="ADAL" clId="{F6A1A496-DEAC-46D4-AAFA-058924DA3BC9}" dt="2026-01-27T08:19:57.056" v="2021" actId="6549"/>
          <ac:spMkLst>
            <pc:docMk/>
            <pc:sldMk cId="198739010" sldId="264"/>
            <ac:spMk id="3" creationId="{75CE4BDF-E608-C1D2-5051-12F6D32B7D9A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1785296523" sldId="264"/>
        </pc:sldMkLst>
      </pc:sldChg>
      <pc:sldChg chg="modSp new mod modAnim">
        <pc:chgData name="Chintan Patel" userId="04e55f8e-7dea-4ff6-a389-014f899a4921" providerId="ADAL" clId="{F6A1A496-DEAC-46D4-AAFA-058924DA3BC9}" dt="2026-01-27T08:20:17.770" v="2029"/>
        <pc:sldMkLst>
          <pc:docMk/>
          <pc:sldMk cId="844656444" sldId="265"/>
        </pc:sldMkLst>
        <pc:spChg chg="mod">
          <ac:chgData name="Chintan Patel" userId="04e55f8e-7dea-4ff6-a389-014f899a4921" providerId="ADAL" clId="{F6A1A496-DEAC-46D4-AAFA-058924DA3BC9}" dt="2026-01-27T08:20:12.550" v="2027"/>
          <ac:spMkLst>
            <pc:docMk/>
            <pc:sldMk cId="844656444" sldId="265"/>
            <ac:spMk id="2" creationId="{DE9BFE60-67F0-493A-1B34-B2FBC52944B0}"/>
          </ac:spMkLst>
        </pc:spChg>
        <pc:spChg chg="mod">
          <ac:chgData name="Chintan Patel" userId="04e55f8e-7dea-4ff6-a389-014f899a4921" providerId="ADAL" clId="{F6A1A496-DEAC-46D4-AAFA-058924DA3BC9}" dt="2026-01-27T08:20:13.849" v="2028" actId="6549"/>
          <ac:spMkLst>
            <pc:docMk/>
            <pc:sldMk cId="844656444" sldId="265"/>
            <ac:spMk id="3" creationId="{7687D39B-5D13-0F26-16B1-3077D0B6DA53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716622988" sldId="265"/>
        </pc:sldMkLst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983990965" sldId="266"/>
        </pc:sldMkLst>
      </pc:sldChg>
      <pc:sldChg chg="modSp new mod modAnim">
        <pc:chgData name="Chintan Patel" userId="04e55f8e-7dea-4ff6-a389-014f899a4921" providerId="ADAL" clId="{F6A1A496-DEAC-46D4-AAFA-058924DA3BC9}" dt="2026-01-27T08:20:42.755" v="2038"/>
        <pc:sldMkLst>
          <pc:docMk/>
          <pc:sldMk cId="1041268444" sldId="266"/>
        </pc:sldMkLst>
        <pc:spChg chg="mod">
          <ac:chgData name="Chintan Patel" userId="04e55f8e-7dea-4ff6-a389-014f899a4921" providerId="ADAL" clId="{F6A1A496-DEAC-46D4-AAFA-058924DA3BC9}" dt="2026-01-27T08:20:36.805" v="2036" actId="20577"/>
          <ac:spMkLst>
            <pc:docMk/>
            <pc:sldMk cId="1041268444" sldId="266"/>
            <ac:spMk id="2" creationId="{3F3F7633-A018-BD13-B859-C23259707250}"/>
          </ac:spMkLst>
        </pc:spChg>
        <pc:spChg chg="mod">
          <ac:chgData name="Chintan Patel" userId="04e55f8e-7dea-4ff6-a389-014f899a4921" providerId="ADAL" clId="{F6A1A496-DEAC-46D4-AAFA-058924DA3BC9}" dt="2026-01-27T08:20:39.048" v="2037" actId="6549"/>
          <ac:spMkLst>
            <pc:docMk/>
            <pc:sldMk cId="1041268444" sldId="266"/>
            <ac:spMk id="3" creationId="{04CB3CBC-AA03-712D-8556-3ABD4A189EFD}"/>
          </ac:spMkLst>
        </pc:spChg>
      </pc:sldChg>
      <pc:sldChg chg="modSp new mod modAnim">
        <pc:chgData name="Chintan Patel" userId="04e55f8e-7dea-4ff6-a389-014f899a4921" providerId="ADAL" clId="{F6A1A496-DEAC-46D4-AAFA-058924DA3BC9}" dt="2026-01-27T08:21:06.570" v="2045"/>
        <pc:sldMkLst>
          <pc:docMk/>
          <pc:sldMk cId="225882878" sldId="267"/>
        </pc:sldMkLst>
        <pc:spChg chg="mod">
          <ac:chgData name="Chintan Patel" userId="04e55f8e-7dea-4ff6-a389-014f899a4921" providerId="ADAL" clId="{F6A1A496-DEAC-46D4-AAFA-058924DA3BC9}" dt="2026-01-27T08:21:02.508" v="2043"/>
          <ac:spMkLst>
            <pc:docMk/>
            <pc:sldMk cId="225882878" sldId="267"/>
            <ac:spMk id="2" creationId="{6B98A5A8-D1CF-8F2D-A1A8-7F074D2427A1}"/>
          </ac:spMkLst>
        </pc:spChg>
        <pc:spChg chg="mod">
          <ac:chgData name="Chintan Patel" userId="04e55f8e-7dea-4ff6-a389-014f899a4921" providerId="ADAL" clId="{F6A1A496-DEAC-46D4-AAFA-058924DA3BC9}" dt="2026-01-27T08:21:03.915" v="2044" actId="6549"/>
          <ac:spMkLst>
            <pc:docMk/>
            <pc:sldMk cId="225882878" sldId="267"/>
            <ac:spMk id="3" creationId="{B03BABAE-23F0-1C21-E12E-A7AE020A3A06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867437091" sldId="267"/>
        </pc:sldMkLst>
      </pc:sldChg>
      <pc:sldChg chg="modSp new mod modAnim">
        <pc:chgData name="Chintan Patel" userId="04e55f8e-7dea-4ff6-a389-014f899a4921" providerId="ADAL" clId="{F6A1A496-DEAC-46D4-AAFA-058924DA3BC9}" dt="2026-01-27T08:21:51.349" v="2059"/>
        <pc:sldMkLst>
          <pc:docMk/>
          <pc:sldMk cId="994857487" sldId="268"/>
        </pc:sldMkLst>
        <pc:spChg chg="mod">
          <ac:chgData name="Chintan Patel" userId="04e55f8e-7dea-4ff6-a389-014f899a4921" providerId="ADAL" clId="{F6A1A496-DEAC-46D4-AAFA-058924DA3BC9}" dt="2026-01-27T08:21:47.653" v="2057"/>
          <ac:spMkLst>
            <pc:docMk/>
            <pc:sldMk cId="994857487" sldId="268"/>
            <ac:spMk id="2" creationId="{0478E47A-F634-2233-8967-C4674D6477CC}"/>
          </ac:spMkLst>
        </pc:spChg>
        <pc:spChg chg="mod">
          <ac:chgData name="Chintan Patel" userId="04e55f8e-7dea-4ff6-a389-014f899a4921" providerId="ADAL" clId="{F6A1A496-DEAC-46D4-AAFA-058924DA3BC9}" dt="2026-01-27T08:21:48.781" v="2058" actId="6549"/>
          <ac:spMkLst>
            <pc:docMk/>
            <pc:sldMk cId="994857487" sldId="268"/>
            <ac:spMk id="3" creationId="{A25113F7-CAD3-1FDE-205D-3A180347F1E8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1406499274" sldId="268"/>
        </pc:sldMkLst>
      </pc:sldChg>
      <pc:sldChg chg="delSp modSp new del mod">
        <pc:chgData name="Chintan Patel" userId="04e55f8e-7dea-4ff6-a389-014f899a4921" providerId="ADAL" clId="{F6A1A496-DEAC-46D4-AAFA-058924DA3BC9}" dt="2026-01-27T08:29:03.382" v="2158" actId="47"/>
        <pc:sldMkLst>
          <pc:docMk/>
          <pc:sldMk cId="88267861" sldId="269"/>
        </pc:sldMkLst>
        <pc:spChg chg="mod">
          <ac:chgData name="Chintan Patel" userId="04e55f8e-7dea-4ff6-a389-014f899a4921" providerId="ADAL" clId="{F6A1A496-DEAC-46D4-AAFA-058924DA3BC9}" dt="2026-01-27T08:21:31.428" v="2052"/>
          <ac:spMkLst>
            <pc:docMk/>
            <pc:sldMk cId="88267861" sldId="269"/>
            <ac:spMk id="2" creationId="{1F4E86CA-B20E-77B7-89DE-A38316CDD338}"/>
          </ac:spMkLst>
        </pc:spChg>
        <pc:spChg chg="del">
          <ac:chgData name="Chintan Patel" userId="04e55f8e-7dea-4ff6-a389-014f899a4921" providerId="ADAL" clId="{F6A1A496-DEAC-46D4-AAFA-058924DA3BC9}" dt="2026-01-27T08:21:34.473" v="2053" actId="478"/>
          <ac:spMkLst>
            <pc:docMk/>
            <pc:sldMk cId="88267861" sldId="269"/>
            <ac:spMk id="3" creationId="{E31620E3-6999-CA9E-627B-E33005989AF7}"/>
          </ac:spMkLst>
        </pc:spChg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2152252062" sldId="269"/>
        </pc:sldMkLst>
      </pc:sldChg>
      <pc:sldChg chg="modSp new mod modAnim">
        <pc:chgData name="Chintan Patel" userId="04e55f8e-7dea-4ff6-a389-014f899a4921" providerId="ADAL" clId="{F6A1A496-DEAC-46D4-AAFA-058924DA3BC9}" dt="2026-01-27T08:24:01.471" v="2070"/>
        <pc:sldMkLst>
          <pc:docMk/>
          <pc:sldMk cId="2533813970" sldId="270"/>
        </pc:sldMkLst>
        <pc:spChg chg="mod">
          <ac:chgData name="Chintan Patel" userId="04e55f8e-7dea-4ff6-a389-014f899a4921" providerId="ADAL" clId="{F6A1A496-DEAC-46D4-AAFA-058924DA3BC9}" dt="2026-01-27T08:22:05.351" v="2065" actId="20577"/>
          <ac:spMkLst>
            <pc:docMk/>
            <pc:sldMk cId="2533813970" sldId="270"/>
            <ac:spMk id="2" creationId="{4EF9C460-84A1-20F8-CD26-9BD0F87F424D}"/>
          </ac:spMkLst>
        </pc:spChg>
        <pc:spChg chg="mod">
          <ac:chgData name="Chintan Patel" userId="04e55f8e-7dea-4ff6-a389-014f899a4921" providerId="ADAL" clId="{F6A1A496-DEAC-46D4-AAFA-058924DA3BC9}" dt="2026-01-27T08:23:58.699" v="2069" actId="20577"/>
          <ac:spMkLst>
            <pc:docMk/>
            <pc:sldMk cId="2533813970" sldId="270"/>
            <ac:spMk id="3" creationId="{4B1AB961-5464-D1B2-5CC5-12415C5E4D0E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997525453" sldId="270"/>
        </pc:sldMkLst>
      </pc:sldChg>
      <pc:sldChg chg="modSp new mod modAnim">
        <pc:chgData name="Chintan Patel" userId="04e55f8e-7dea-4ff6-a389-014f899a4921" providerId="ADAL" clId="{F6A1A496-DEAC-46D4-AAFA-058924DA3BC9}" dt="2026-01-27T08:24:26.093" v="2077"/>
        <pc:sldMkLst>
          <pc:docMk/>
          <pc:sldMk cId="2159300892" sldId="271"/>
        </pc:sldMkLst>
        <pc:spChg chg="mod">
          <ac:chgData name="Chintan Patel" userId="04e55f8e-7dea-4ff6-a389-014f899a4921" providerId="ADAL" clId="{F6A1A496-DEAC-46D4-AAFA-058924DA3BC9}" dt="2026-01-27T08:24:16.107" v="2075"/>
          <ac:spMkLst>
            <pc:docMk/>
            <pc:sldMk cId="2159300892" sldId="271"/>
            <ac:spMk id="2" creationId="{B0753AB5-3EFD-F269-2D87-575BD9A03B9D}"/>
          </ac:spMkLst>
        </pc:spChg>
        <pc:spChg chg="mod">
          <ac:chgData name="Chintan Patel" userId="04e55f8e-7dea-4ff6-a389-014f899a4921" providerId="ADAL" clId="{F6A1A496-DEAC-46D4-AAFA-058924DA3BC9}" dt="2026-01-27T08:24:17.751" v="2076" actId="6549"/>
          <ac:spMkLst>
            <pc:docMk/>
            <pc:sldMk cId="2159300892" sldId="271"/>
            <ac:spMk id="3" creationId="{C93C1D33-47BF-3A6A-4E5B-0D5799CA4CD8}"/>
          </ac:spMkLst>
        </pc:spChg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3287382289" sldId="271"/>
        </pc:sldMkLst>
      </pc:sldChg>
      <pc:sldChg chg="modSp new mod modAnim">
        <pc:chgData name="Chintan Patel" userId="04e55f8e-7dea-4ff6-a389-014f899a4921" providerId="ADAL" clId="{F6A1A496-DEAC-46D4-AAFA-058924DA3BC9}" dt="2026-01-27T08:24:56.174" v="2088" actId="20577"/>
        <pc:sldMkLst>
          <pc:docMk/>
          <pc:sldMk cId="2348941208" sldId="272"/>
        </pc:sldMkLst>
        <pc:spChg chg="mod">
          <ac:chgData name="Chintan Patel" userId="04e55f8e-7dea-4ff6-a389-014f899a4921" providerId="ADAL" clId="{F6A1A496-DEAC-46D4-AAFA-058924DA3BC9}" dt="2026-01-27T08:24:41.022" v="2083" actId="20577"/>
          <ac:spMkLst>
            <pc:docMk/>
            <pc:sldMk cId="2348941208" sldId="272"/>
            <ac:spMk id="2" creationId="{7D9913AB-CCB7-8483-FD66-78D98B2991E5}"/>
          </ac:spMkLst>
        </pc:spChg>
        <pc:spChg chg="mod">
          <ac:chgData name="Chintan Patel" userId="04e55f8e-7dea-4ff6-a389-014f899a4921" providerId="ADAL" clId="{F6A1A496-DEAC-46D4-AAFA-058924DA3BC9}" dt="2026-01-27T08:24:56.174" v="2088" actId="20577"/>
          <ac:spMkLst>
            <pc:docMk/>
            <pc:sldMk cId="2348941208" sldId="272"/>
            <ac:spMk id="3" creationId="{20FC4581-5F2A-F021-78AF-E646454450A0}"/>
          </ac:spMkLst>
        </pc:spChg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2764898950" sldId="272"/>
        </pc:sldMkLst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3146486768" sldId="273"/>
        </pc:sldMkLst>
      </pc:sldChg>
      <pc:sldChg chg="modSp new mod modAnim">
        <pc:chgData name="Chintan Patel" userId="04e55f8e-7dea-4ff6-a389-014f899a4921" providerId="ADAL" clId="{F6A1A496-DEAC-46D4-AAFA-058924DA3BC9}" dt="2026-01-27T08:25:18.469" v="2095"/>
        <pc:sldMkLst>
          <pc:docMk/>
          <pc:sldMk cId="3567695731" sldId="273"/>
        </pc:sldMkLst>
        <pc:spChg chg="mod">
          <ac:chgData name="Chintan Patel" userId="04e55f8e-7dea-4ff6-a389-014f899a4921" providerId="ADAL" clId="{F6A1A496-DEAC-46D4-AAFA-058924DA3BC9}" dt="2026-01-27T08:25:14.502" v="2093"/>
          <ac:spMkLst>
            <pc:docMk/>
            <pc:sldMk cId="3567695731" sldId="273"/>
            <ac:spMk id="2" creationId="{5252CCA4-C121-D340-4D59-09B479D3C536}"/>
          </ac:spMkLst>
        </pc:spChg>
        <pc:spChg chg="mod">
          <ac:chgData name="Chintan Patel" userId="04e55f8e-7dea-4ff6-a389-014f899a4921" providerId="ADAL" clId="{F6A1A496-DEAC-46D4-AAFA-058924DA3BC9}" dt="2026-01-27T08:25:15.793" v="2094" actId="6549"/>
          <ac:spMkLst>
            <pc:docMk/>
            <pc:sldMk cId="3567695731" sldId="273"/>
            <ac:spMk id="3" creationId="{24ACAF74-35B4-9FF3-2003-29865539969B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015235069" sldId="274"/>
        </pc:sldMkLst>
      </pc:sldChg>
      <pc:sldChg chg="modSp new mod modAnim">
        <pc:chgData name="Chintan Patel" userId="04e55f8e-7dea-4ff6-a389-014f899a4921" providerId="ADAL" clId="{F6A1A496-DEAC-46D4-AAFA-058924DA3BC9}" dt="2026-01-27T08:25:38.559" v="2102"/>
        <pc:sldMkLst>
          <pc:docMk/>
          <pc:sldMk cId="3404178186" sldId="274"/>
        </pc:sldMkLst>
        <pc:spChg chg="mod">
          <ac:chgData name="Chintan Patel" userId="04e55f8e-7dea-4ff6-a389-014f899a4921" providerId="ADAL" clId="{F6A1A496-DEAC-46D4-AAFA-058924DA3BC9}" dt="2026-01-27T08:25:34.174" v="2100"/>
          <ac:spMkLst>
            <pc:docMk/>
            <pc:sldMk cId="3404178186" sldId="274"/>
            <ac:spMk id="2" creationId="{44BCE78F-3F33-9372-7FD2-D644D39B4129}"/>
          </ac:spMkLst>
        </pc:spChg>
        <pc:spChg chg="mod">
          <ac:chgData name="Chintan Patel" userId="04e55f8e-7dea-4ff6-a389-014f899a4921" providerId="ADAL" clId="{F6A1A496-DEAC-46D4-AAFA-058924DA3BC9}" dt="2026-01-27T08:25:35.315" v="2101" actId="6549"/>
          <ac:spMkLst>
            <pc:docMk/>
            <pc:sldMk cId="3404178186" sldId="274"/>
            <ac:spMk id="3" creationId="{A89D0EAA-D3B9-34C7-F78F-735D6D36DF8C}"/>
          </ac:spMkLst>
        </pc:spChg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4035240249" sldId="275"/>
        </pc:sldMkLst>
      </pc:sldChg>
      <pc:sldChg chg="modSp new mod modAnim">
        <pc:chgData name="Chintan Patel" userId="04e55f8e-7dea-4ff6-a389-014f899a4921" providerId="ADAL" clId="{F6A1A496-DEAC-46D4-AAFA-058924DA3BC9}" dt="2026-01-27T08:26:00.885" v="2110"/>
        <pc:sldMkLst>
          <pc:docMk/>
          <pc:sldMk cId="4255491408" sldId="275"/>
        </pc:sldMkLst>
        <pc:spChg chg="mod">
          <ac:chgData name="Chintan Patel" userId="04e55f8e-7dea-4ff6-a389-014f899a4921" providerId="ADAL" clId="{F6A1A496-DEAC-46D4-AAFA-058924DA3BC9}" dt="2026-01-27T08:25:56.980" v="2108" actId="20577"/>
          <ac:spMkLst>
            <pc:docMk/>
            <pc:sldMk cId="4255491408" sldId="275"/>
            <ac:spMk id="2" creationId="{F08763D5-DB1A-FDC2-0DCF-2893AEEF61AC}"/>
          </ac:spMkLst>
        </pc:spChg>
        <pc:spChg chg="mod">
          <ac:chgData name="Chintan Patel" userId="04e55f8e-7dea-4ff6-a389-014f899a4921" providerId="ADAL" clId="{F6A1A496-DEAC-46D4-AAFA-058924DA3BC9}" dt="2026-01-27T08:25:57.995" v="2109" actId="20577"/>
          <ac:spMkLst>
            <pc:docMk/>
            <pc:sldMk cId="4255491408" sldId="275"/>
            <ac:spMk id="3" creationId="{E6E485C3-7E88-D28E-92BC-8E6F056DD8F3}"/>
          </ac:spMkLst>
        </pc:spChg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655923277" sldId="276"/>
        </pc:sldMkLst>
      </pc:sldChg>
      <pc:sldChg chg="modSp new mod modAnim">
        <pc:chgData name="Chintan Patel" userId="04e55f8e-7dea-4ff6-a389-014f899a4921" providerId="ADAL" clId="{F6A1A496-DEAC-46D4-AAFA-058924DA3BC9}" dt="2026-01-27T08:26:22.096" v="2119" actId="113"/>
        <pc:sldMkLst>
          <pc:docMk/>
          <pc:sldMk cId="1106387633" sldId="276"/>
        </pc:sldMkLst>
        <pc:spChg chg="mod">
          <ac:chgData name="Chintan Patel" userId="04e55f8e-7dea-4ff6-a389-014f899a4921" providerId="ADAL" clId="{F6A1A496-DEAC-46D4-AAFA-058924DA3BC9}" dt="2026-01-27T08:26:13.417" v="2115"/>
          <ac:spMkLst>
            <pc:docMk/>
            <pc:sldMk cId="1106387633" sldId="276"/>
            <ac:spMk id="2" creationId="{EB59D251-F9F5-78F3-DC39-C05A280BD013}"/>
          </ac:spMkLst>
        </pc:spChg>
        <pc:spChg chg="mod">
          <ac:chgData name="Chintan Patel" userId="04e55f8e-7dea-4ff6-a389-014f899a4921" providerId="ADAL" clId="{F6A1A496-DEAC-46D4-AAFA-058924DA3BC9}" dt="2026-01-27T08:26:22.096" v="2119" actId="113"/>
          <ac:spMkLst>
            <pc:docMk/>
            <pc:sldMk cId="1106387633" sldId="276"/>
            <ac:spMk id="3" creationId="{D2F50504-72B5-5DAD-3AF8-0011DF3362CF}"/>
          </ac:spMkLst>
        </pc:spChg>
      </pc:sldChg>
      <pc:sldChg chg="modSp new mod modAnim">
        <pc:chgData name="Chintan Patel" userId="04e55f8e-7dea-4ff6-a389-014f899a4921" providerId="ADAL" clId="{F6A1A496-DEAC-46D4-AAFA-058924DA3BC9}" dt="2026-01-27T08:26:55.931" v="2139" actId="20577"/>
        <pc:sldMkLst>
          <pc:docMk/>
          <pc:sldMk cId="1804466920" sldId="277"/>
        </pc:sldMkLst>
        <pc:spChg chg="mod">
          <ac:chgData name="Chintan Patel" userId="04e55f8e-7dea-4ff6-a389-014f899a4921" providerId="ADAL" clId="{F6A1A496-DEAC-46D4-AAFA-058924DA3BC9}" dt="2026-01-27T08:26:38.070" v="2124"/>
          <ac:spMkLst>
            <pc:docMk/>
            <pc:sldMk cId="1804466920" sldId="277"/>
            <ac:spMk id="2" creationId="{E39DD70D-6E1A-B581-BA22-F482DF7EC6C8}"/>
          </ac:spMkLst>
        </pc:spChg>
        <pc:spChg chg="mod">
          <ac:chgData name="Chintan Patel" userId="04e55f8e-7dea-4ff6-a389-014f899a4921" providerId="ADAL" clId="{F6A1A496-DEAC-46D4-AAFA-058924DA3BC9}" dt="2026-01-27T08:26:55.931" v="2139" actId="20577"/>
          <ac:spMkLst>
            <pc:docMk/>
            <pc:sldMk cId="1804466920" sldId="277"/>
            <ac:spMk id="3" creationId="{4A1E9D50-E308-BB21-2037-1A68DB3CBA03}"/>
          </ac:spMkLst>
        </pc:spChg>
      </pc:sldChg>
      <pc:sldChg chg="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3247111057" sldId="277"/>
        </pc:sldMkLst>
      </pc:sldChg>
      <pc:sldChg chg="modSp new mod modAnim">
        <pc:chgData name="Chintan Patel" userId="04e55f8e-7dea-4ff6-a389-014f899a4921" providerId="ADAL" clId="{F6A1A496-DEAC-46D4-AAFA-058924DA3BC9}" dt="2026-01-27T08:27:17.330" v="2146"/>
        <pc:sldMkLst>
          <pc:docMk/>
          <pc:sldMk cId="131616483" sldId="278"/>
        </pc:sldMkLst>
        <pc:spChg chg="mod">
          <ac:chgData name="Chintan Patel" userId="04e55f8e-7dea-4ff6-a389-014f899a4921" providerId="ADAL" clId="{F6A1A496-DEAC-46D4-AAFA-058924DA3BC9}" dt="2026-01-27T08:27:13.401" v="2144"/>
          <ac:spMkLst>
            <pc:docMk/>
            <pc:sldMk cId="131616483" sldId="278"/>
            <ac:spMk id="2" creationId="{987903C3-C7C5-0B50-1BBF-3E4E7D9E437B}"/>
          </ac:spMkLst>
        </pc:spChg>
        <pc:spChg chg="mod">
          <ac:chgData name="Chintan Patel" userId="04e55f8e-7dea-4ff6-a389-014f899a4921" providerId="ADAL" clId="{F6A1A496-DEAC-46D4-AAFA-058924DA3BC9}" dt="2026-01-27T08:27:14.737" v="2145" actId="6549"/>
          <ac:spMkLst>
            <pc:docMk/>
            <pc:sldMk cId="131616483" sldId="278"/>
            <ac:spMk id="3" creationId="{5E7BA7F1-AFB9-D17C-5A27-DFC7FB5D1126}"/>
          </ac:spMkLst>
        </pc:spChg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677422264" sldId="278"/>
        </pc:sldMkLst>
      </pc:sldChg>
      <pc:sldChg chg="modSp new mod modAnim">
        <pc:chgData name="Chintan Patel" userId="04e55f8e-7dea-4ff6-a389-014f899a4921" providerId="ADAL" clId="{F6A1A496-DEAC-46D4-AAFA-058924DA3BC9}" dt="2026-01-27T08:28:14.724" v="2153"/>
        <pc:sldMkLst>
          <pc:docMk/>
          <pc:sldMk cId="3766505163" sldId="279"/>
        </pc:sldMkLst>
        <pc:spChg chg="mod">
          <ac:chgData name="Chintan Patel" userId="04e55f8e-7dea-4ff6-a389-014f899a4921" providerId="ADAL" clId="{F6A1A496-DEAC-46D4-AAFA-058924DA3BC9}" dt="2026-01-27T08:28:09.797" v="2151"/>
          <ac:spMkLst>
            <pc:docMk/>
            <pc:sldMk cId="3766505163" sldId="279"/>
            <ac:spMk id="2" creationId="{99A0610D-5A61-57F6-337B-661192F9CDEC}"/>
          </ac:spMkLst>
        </pc:spChg>
        <pc:spChg chg="mod">
          <ac:chgData name="Chintan Patel" userId="04e55f8e-7dea-4ff6-a389-014f899a4921" providerId="ADAL" clId="{F6A1A496-DEAC-46D4-AAFA-058924DA3BC9}" dt="2026-01-27T08:28:11.124" v="2152" actId="6549"/>
          <ac:spMkLst>
            <pc:docMk/>
            <pc:sldMk cId="3766505163" sldId="279"/>
            <ac:spMk id="3" creationId="{D30C4469-2526-0614-1DF6-08488D8CD4CB}"/>
          </ac:spMkLst>
        </pc:spChg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3993981935" sldId="279"/>
        </pc:sldMkLst>
      </pc:sldChg>
      <pc:sldChg chg="modSp new mod">
        <pc:chgData name="Chintan Patel" userId="04e55f8e-7dea-4ff6-a389-014f899a4921" providerId="ADAL" clId="{F6A1A496-DEAC-46D4-AAFA-058924DA3BC9}" dt="2026-01-27T08:29:08.116" v="2160" actId="20577"/>
        <pc:sldMkLst>
          <pc:docMk/>
          <pc:sldMk cId="836550031" sldId="280"/>
        </pc:sldMkLst>
        <pc:spChg chg="mod">
          <ac:chgData name="Chintan Patel" userId="04e55f8e-7dea-4ff6-a389-014f899a4921" providerId="ADAL" clId="{F6A1A496-DEAC-46D4-AAFA-058924DA3BC9}" dt="2026-01-27T08:28:59.598" v="2157"/>
          <ac:spMkLst>
            <pc:docMk/>
            <pc:sldMk cId="836550031" sldId="280"/>
            <ac:spMk id="2" creationId="{6149BCD0-5723-09EA-1966-AC592AD89087}"/>
          </ac:spMkLst>
        </pc:spChg>
        <pc:spChg chg="mod">
          <ac:chgData name="Chintan Patel" userId="04e55f8e-7dea-4ff6-a389-014f899a4921" providerId="ADAL" clId="{F6A1A496-DEAC-46D4-AAFA-058924DA3BC9}" dt="2026-01-27T08:29:08.116" v="2160" actId="20577"/>
          <ac:spMkLst>
            <pc:docMk/>
            <pc:sldMk cId="836550031" sldId="280"/>
            <ac:spMk id="3" creationId="{7ACCB040-A0C4-9034-8379-C952E0A3FA08}"/>
          </ac:spMkLst>
        </pc:spChg>
      </pc:sldChg>
      <pc:sldChg chg="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1234570717" sldId="280"/>
        </pc:sldMkLst>
      </pc:sldChg>
      <pc:sldChg chg="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742899978" sldId="281"/>
        </pc:sldMkLst>
      </pc:sldChg>
      <pc:sldChg chg="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2924697059" sldId="282"/>
        </pc:sldMkLst>
      </pc:sldChg>
      <pc:sldChg chg="modSp new del mod or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205856323" sldId="283"/>
        </pc:sldMkLst>
      </pc:sldChg>
      <pc:sldChg chg="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1337566571" sldId="284"/>
        </pc:sldMkLst>
      </pc:sldChg>
      <pc:sldChg chg="addSp delSp 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3820065469" sldId="285"/>
        </pc:sldMkLst>
      </pc:sldChg>
      <pc:sldChg chg="addSp delSp modSp new del mod or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2544578965" sldId="286"/>
        </pc:sldMkLst>
      </pc:sldChg>
      <pc:sldChg chg="addSp 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3807572912" sldId="287"/>
        </pc:sldMkLst>
      </pc:sldChg>
      <pc:sldChg chg="addSp 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3614278517" sldId="288"/>
        </pc:sldMkLst>
      </pc:sldChg>
      <pc:sldChg chg="addSp 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019620085" sldId="289"/>
        </pc:sldMkLst>
      </pc:sldChg>
      <pc:sldChg chg="addSp 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542931418" sldId="290"/>
        </pc:sldMkLst>
      </pc:sldChg>
      <pc:sldChg chg="addSp modSp new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1038082948" sldId="291"/>
        </pc:sldMkLst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2909466488" sldId="292"/>
        </pc:sldMkLst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1714784947" sldId="293"/>
        </pc:sldMkLst>
      </pc:sldChg>
      <pc:sldChg chg="modSp add del mod">
        <pc:chgData name="Chintan Patel" userId="04e55f8e-7dea-4ff6-a389-014f899a4921" providerId="ADAL" clId="{F6A1A496-DEAC-46D4-AAFA-058924DA3BC9}" dt="2026-01-27T08:14:26.926" v="1926" actId="47"/>
        <pc:sldMkLst>
          <pc:docMk/>
          <pc:sldMk cId="213669898" sldId="294"/>
        </pc:sldMkLst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3049270150" sldId="295"/>
        </pc:sldMkLst>
      </pc:sldChg>
      <pc:sldChg chg="add del">
        <pc:chgData name="Chintan Patel" userId="04e55f8e-7dea-4ff6-a389-014f899a4921" providerId="ADAL" clId="{F6A1A496-DEAC-46D4-AAFA-058924DA3BC9}" dt="2026-01-27T08:14:26.926" v="1926" actId="47"/>
        <pc:sldMkLst>
          <pc:docMk/>
          <pc:sldMk cId="559404926" sldId="296"/>
        </pc:sldMkLst>
      </pc:sldChg>
      <pc:sldChg chg="modSp new del mod modAnim">
        <pc:chgData name="Chintan Patel" userId="04e55f8e-7dea-4ff6-a389-014f899a4921" providerId="ADAL" clId="{F6A1A496-DEAC-46D4-AAFA-058924DA3BC9}" dt="2026-01-27T08:14:26.926" v="1926" actId="47"/>
        <pc:sldMkLst>
          <pc:docMk/>
          <pc:sldMk cId="1879176639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8EF0-56CA-BFBD-E26B-C4F4C99CA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4C1AE-078F-BEE7-2A49-A11033B29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A63BF-FA17-913D-C61C-AE519206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702BF-4922-4A39-90B4-166FC332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57687-F62C-F767-FF55-E3EBCA3E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12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44197-BE8F-4915-A64C-8E375CB6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B8F5-537A-2CF0-7F5F-8ADBA787A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6DB7B-35F8-61F1-4784-A8D14B4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BBFE5-B2F9-EA17-74EA-7AF96F87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1F777-A192-97CB-7024-CCA177A6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27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8997-4EF4-2BBE-29A5-083B2945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5A3F6-FF1B-154A-85BE-EC09ED9CA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E37C-8127-4AB4-8C88-8D12768C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6E8D1-4CD8-FE04-D2AA-1B7AE5C8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D3F43-992D-7073-4E29-416F1BF5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6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1910-41AC-A137-2078-CF157F74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2A293-D492-1115-5358-8F53E1BFA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688BA-0E38-AB4C-AE86-3E83E5C57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769E0-2BAC-5DA2-54F9-1F96D2E4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AE37C-5793-4C7D-90E1-AE12B401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BED73-C3CC-CD1C-D8C1-6C0D4BEB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59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411F-39A0-1199-DDE3-9C9704FB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7B155-49E6-F334-5E0E-9FB617128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AF55B-5D21-BFC3-BCC1-11BEE6BFD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93507-96B1-78D5-B95D-AE9F32B4A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F044D-AC7B-E040-73D8-13F0792E2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F09A1-387E-0513-D897-69716390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3C8997-9D73-0C68-A2E4-81D07466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9C0CB-301A-568E-9D53-B5FF277C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85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CF5E-B1BD-6CCE-96DF-79CD6B75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E1730-1B40-629C-4D61-97E91FD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62F57-97CD-C8E5-E030-5F9BF8955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D2930-A8FF-FB93-D527-C71A44C2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410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C9E47F-93E8-7DB6-9893-BDFD870F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BF54D-A8A6-7B82-0638-7C9E77B3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EED6A-8F8A-C6BB-CAA6-75CC0063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3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7B7B-209D-54B5-7CBE-717770D1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8F5A-BB16-A028-37E6-0383A3E8C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1E9F0-165E-AE00-AFDE-6D4A44A68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3EE62-9EAB-A462-4E35-06F825EF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FE48F-80A2-D529-C8F6-B19CFEF8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1581F-6EF5-59CF-2772-4209BFF5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73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D641-520B-02BB-EE7B-672177300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2574C4-F5C4-10BC-417E-DE5530E5CB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FDF4A-1D47-CD1C-C4B6-D75C1CDB2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E84BA-FFAC-5EBA-7185-657BFC9B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7DB59-A71A-7CD5-102A-4BD43F80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1F894-25E5-920C-E691-5BA70760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5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594F-5D29-01ED-8F44-48435D74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7B6A3-5734-DC25-2FD2-4D24AF287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A51F6-5FB0-6827-8678-49299660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78978-EE85-6CC1-F51C-8BC337EB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C2DFF-E7AD-9E08-B299-0FB30255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780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AFAE7-82A6-F46D-0169-F42AE9F72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0A331-C6F1-74FE-6699-6A18F3918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488AB-90CC-0F23-1BA0-AC04908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595CF-E91F-EA33-B6C7-70629EF1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337F3-BC7A-DA44-6167-007015CA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32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93C4-D314-58E2-C610-4B82B18EC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4AB14-432D-8D78-4C81-1E3269A8F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7480B-6F3D-2357-AD78-1E54AFD4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A267-8433-0386-D29F-9D5586BA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B0A4D-363D-F9F1-A5B1-D5D6FDE5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134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0B90-1859-A13A-2F68-3307B1EE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45001-AB9D-2577-D437-D82D0F7AE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DEBA9-8370-19E9-DF05-25BC0A18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BCDC-29E1-2A54-FAA5-4B98B227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0FAE9-FEED-4F91-C060-9638D482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022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C99E-9F8D-DD63-87CF-B7FEF230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A32B9-FA68-5E16-7A4C-D0723313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D2AC6-8B62-7244-255A-453FE4EC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A4FC2-38CE-5BF5-00A7-1DF5D946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B32C3-4FDD-9432-F2FF-B3FB6C2E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519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EA06-28FE-3388-C4B1-39703924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F5BE-6606-9FF1-E93D-72985D8CE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CFFB6-AAA4-9C3D-5956-D75D58A9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99041-E7E8-D4F6-F7BB-65C774CD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02320-E936-48A5-DBBA-43BA434B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E04FF-E578-ABE2-57A8-CBAC8276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325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769F-CDEF-C3F7-3566-7C7151220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D5273-25C3-D05A-7422-B837C025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A80CC-9B60-B362-B126-690AE3BE4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2CC46A-C1CD-FA75-E602-8EEF931EB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46CD5-9C43-2B32-309E-20D0FFFD1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D9113-4AF9-ABCA-2EA2-B196B575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D59DA-1A0B-7A8D-2360-4F65BF15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EA2B0-0050-2C25-471A-C2BB037C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14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05926-93A8-1677-4276-B3ABA355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00E53B-E7FB-8FB8-5393-6B448EFD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D4977-80D7-966F-E323-5D867507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67F38-D312-6E1E-09CC-D4041E60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229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30A54-87D6-D19B-78FC-10788C44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3DDCC-BE01-33F2-076E-6DA1C96A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2E28B-B282-D512-9CEB-5B6B22BE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25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531B-60D7-DE98-745B-5DC12809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BADE9-A52C-6ACB-1B1A-91A9DD9D4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77349-7726-CE05-5E75-2602E1AA3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1522E-B465-55B2-E774-49E02656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9FA29-3FD8-3386-18D5-286D6313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F8FFB-7BB7-9832-E2D8-2952389B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548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3EB7-F183-DA0C-E931-05A158B4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5C88F-618B-7022-BE3E-FF70DA503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1E857-9076-F482-2051-02118E274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9628B-9551-085D-93C9-10E39760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FE321-F925-E10F-4AE3-DFC324DD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30AB1-2C29-EBA2-AF23-3BAB940E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8132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0D8D-25F6-F3EC-4DDA-47644BA6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D9449-94BF-CE40-BEAD-A22A368C0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05D4-3828-57B1-CFB3-3AE63818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DD382-2683-75A7-EB01-ECFF9D44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60FCF-8E9B-0EA6-3D23-AA4DF0D5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433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5737A8-A4C6-34E3-6945-D916BA166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E4A57-78EE-E419-1ABB-9A472F9A7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FC683-2CB3-5317-B4B0-5E05C8D1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BC448-6414-7B6C-E3FA-81F3E2C1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59C6-81AD-FCCF-2501-DF68D359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75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8770E6-37A7-924C-E705-9375E525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9F61F-E4DE-DB5C-EC19-CA4169E51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7132-9A51-A622-C25F-56BA0C768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FD60F-D369-490C-843B-7BE8211A383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FFFCC-D9BA-E2C7-040F-1E41C358D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D4B40-DDEF-6726-C592-A6398D126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C34EB-5C8E-4844-990A-E33F0DE3E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45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D167C-CCDE-875D-61BC-AC4FC619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CB87-0895-7B7D-AC66-30DECE234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DDF11-580D-D3DF-2EEF-8BFC0C23A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1143A-3555-4B4D-8B55-B38B82A0B081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9908-CFE7-076B-1636-20776B77F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8F53-D738-C91C-13F7-358EAEF09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7B5C3-DCE2-4EB4-8CF8-795AB692A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4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967C-D41A-D2CB-73D2-A8FAC6453D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Implementing Basic Image Classification with CNNs</a:t>
            </a:r>
            <a:endParaRPr lang="en-US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72764-2AFC-FEFA-4E7E-387303DE50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Lab: 1 &amp; 2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28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FEE5-A564-643B-6E8A-B3628521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066FA-07FB-C8E7-D807-62141C5CF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end-to-end workflow of building a CNN for image classification</a:t>
            </a:r>
          </a:p>
          <a:p>
            <a:r>
              <a:rPr lang="en-US" dirty="0"/>
              <a:t>Learn the role of each layer type: Conv2D, Pooling, Dropout, Dense</a:t>
            </a:r>
          </a:p>
          <a:p>
            <a:r>
              <a:rPr lang="en-US" dirty="0"/>
              <a:t>See how training dynamics (accuracy/loss curves) reveal model behavior</a:t>
            </a:r>
          </a:p>
          <a:p>
            <a:r>
              <a:rPr lang="en-US" dirty="0"/>
              <a:t>Compare training from scratch vs. modern approaches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17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3F20-E750-3892-0FED-F2F1B45F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CNNs for Image Classification?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1B3B6-0B91-E6D7-7423-FD622F76D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Images have spatial structure → pixels are not independent</a:t>
            </a:r>
          </a:p>
          <a:p>
            <a:r>
              <a:rPr lang="en-IN" dirty="0"/>
              <a:t>Traditional ML (e.g., flattened + SVM) loses spatial information</a:t>
            </a:r>
          </a:p>
          <a:p>
            <a:r>
              <a:rPr lang="en-IN" dirty="0"/>
              <a:t>CNNs learn hierarchical features automatically</a:t>
            </a:r>
          </a:p>
          <a:p>
            <a:pPr lvl="1"/>
            <a:r>
              <a:rPr lang="en-IN" dirty="0"/>
              <a:t>Low-level: edges, corners</a:t>
            </a:r>
          </a:p>
          <a:p>
            <a:pPr lvl="1"/>
            <a:r>
              <a:rPr lang="en-IN" dirty="0"/>
              <a:t>Mid-level: textures, patterns</a:t>
            </a:r>
          </a:p>
          <a:p>
            <a:pPr lvl="1"/>
            <a:r>
              <a:rPr lang="en-IN" dirty="0"/>
              <a:t>High-level: objects, parts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46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FAA3-36B8-D2C0-1D15-23F588B4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– CIFAR-10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8E3E6-83D4-DC08-E5A8-3905D4E02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60,000 colour images (32×32 pixels)</a:t>
            </a:r>
          </a:p>
          <a:p>
            <a:r>
              <a:rPr lang="en-IN" dirty="0"/>
              <a:t>10 classes: airplane, automobile, bird, cat, deer, dog, frog, horse, ship, truck</a:t>
            </a:r>
          </a:p>
          <a:p>
            <a:r>
              <a:rPr lang="en-IN" dirty="0"/>
              <a:t>50,000 train / 10,000 test</a:t>
            </a:r>
          </a:p>
          <a:p>
            <a:r>
              <a:rPr lang="en-IN" dirty="0"/>
              <a:t>Balanced classes</a:t>
            </a:r>
          </a:p>
          <a:p>
            <a:r>
              <a:rPr lang="en-IN" dirty="0"/>
              <a:t>Challenge: small size + high variability → good test for CNN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78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CEE8-26D9-59A1-5785-A7CF833C7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Preprocessing Steps – What &amp;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BA572-4C78-6119-EF1C-0E9BFB67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Load images → RGB (3 channels)</a:t>
            </a:r>
          </a:p>
          <a:p>
            <a:r>
              <a:rPr lang="en-IN" dirty="0"/>
              <a:t>Normalize pixel values [0–255] → [0–1] → Stabilizes gradients, faster convergence</a:t>
            </a:r>
          </a:p>
          <a:p>
            <a:r>
              <a:rPr lang="en-IN" dirty="0"/>
              <a:t>One-hot encode labels (categorical cross-entropy loss)</a:t>
            </a:r>
          </a:p>
          <a:p>
            <a:r>
              <a:rPr lang="en-IN" dirty="0"/>
              <a:t>Visual: Before vs. after normalization histogram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94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C58CE-5FD8-C000-CCBD-5950E05B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CNN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370BB-2F14-AB64-DE7F-B33450458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Input: 32×32×3</a:t>
            </a:r>
          </a:p>
          <a:p>
            <a:r>
              <a:rPr lang="en-IN" dirty="0"/>
              <a:t>Conv blocks → feature extraction</a:t>
            </a:r>
          </a:p>
          <a:p>
            <a:r>
              <a:rPr lang="en-IN" dirty="0"/>
              <a:t>Pooling → spatial reduction</a:t>
            </a:r>
          </a:p>
          <a:p>
            <a:r>
              <a:rPr lang="en-IN" dirty="0"/>
              <a:t>Flatten → transition to fully connected</a:t>
            </a:r>
          </a:p>
          <a:p>
            <a:r>
              <a:rPr lang="en-IN" dirty="0"/>
              <a:t>Dense layers → classification</a:t>
            </a:r>
          </a:p>
          <a:p>
            <a:r>
              <a:rPr lang="en-IN" dirty="0"/>
              <a:t>Output: 10 probabilities (</a:t>
            </a:r>
            <a:r>
              <a:rPr lang="en-IN" dirty="0" err="1"/>
              <a:t>softmax</a:t>
            </a:r>
            <a:r>
              <a:rPr lang="en-IN" dirty="0"/>
              <a:t>)</a:t>
            </a:r>
          </a:p>
          <a:p>
            <a:r>
              <a:rPr lang="en-IN" dirty="0"/>
              <a:t>Diagram: Block-level architecture (Conv → BN → Conv → BN → </a:t>
            </a:r>
            <a:r>
              <a:rPr lang="en-IN" dirty="0" err="1"/>
              <a:t>MaxPool</a:t>
            </a:r>
            <a:r>
              <a:rPr lang="en-IN" dirty="0"/>
              <a:t> → Dropout ×2)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55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CBB1-0666-6E41-B1B8-E5B5626E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Layer Types Explained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19ADB-1A89-98D8-AB9E-A9248AD45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Conv2D (32/64 filters, 3×3 kernel, padding='same') → Learns local patterns</a:t>
            </a:r>
          </a:p>
          <a:p>
            <a:r>
              <a:rPr lang="en-IN" dirty="0" err="1"/>
              <a:t>BatchNormalization</a:t>
            </a:r>
            <a:r>
              <a:rPr lang="en-IN" dirty="0"/>
              <a:t> → Normalizes activations → faster &amp; more stable training</a:t>
            </a:r>
          </a:p>
          <a:p>
            <a:r>
              <a:rPr lang="en-IN" dirty="0"/>
              <a:t>MaxPooling2D (2×2) → Reduces spatial dimensions by 4× → translation invariance</a:t>
            </a:r>
          </a:p>
          <a:p>
            <a:r>
              <a:rPr lang="en-IN" dirty="0"/>
              <a:t>Dropout (0.25–0.5) → Prevents overfitting by randomly ignoring neurons</a:t>
            </a:r>
          </a:p>
          <a:p>
            <a:r>
              <a:rPr lang="en-IN" dirty="0"/>
              <a:t>Dense (512 → 10) → Combines high-level features for final decision</a:t>
            </a:r>
          </a:p>
        </p:txBody>
      </p:sp>
    </p:spTree>
    <p:extLst>
      <p:ext uri="{BB962C8B-B14F-4D97-AF65-F5344CB8AC3E}">
        <p14:creationId xmlns:p14="http://schemas.microsoft.com/office/powerpoint/2010/main" val="238247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8427-7263-90F4-1870-B59A1DF4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Loss &amp; Optimizer Choice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B84EF-E764-33C9-13E4-8D298F83C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Loss: Categorical Cross-Entropy → Standard for multi-class classification</a:t>
            </a:r>
          </a:p>
          <a:p>
            <a:r>
              <a:rPr lang="en-IN" dirty="0"/>
              <a:t>Optimizer: Adam → Adaptive learning rates → good for most CNNs</a:t>
            </a:r>
          </a:p>
          <a:p>
            <a:r>
              <a:rPr lang="en-IN" dirty="0"/>
              <a:t>Metrics: Accuracy (top-1)</a:t>
            </a:r>
          </a:p>
          <a:p>
            <a:r>
              <a:rPr lang="en-IN" dirty="0"/>
              <a:t>Info: Cross-entropy formula + probability interpretation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40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A6D5-834B-96E5-19E1-26AB8AA6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4BDF-E608-C1D2-5051-12F6D32B7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Epochs: 20–50 (demo shows ~20)</a:t>
            </a:r>
          </a:p>
          <a:p>
            <a:r>
              <a:rPr lang="en-IN" dirty="0"/>
              <a:t>Batch size: 128 (balance memory vs. gradient noise)</a:t>
            </a:r>
          </a:p>
          <a:p>
            <a:r>
              <a:rPr lang="en-IN" dirty="0"/>
              <a:t>Validation on test set every epoch</a:t>
            </a:r>
          </a:p>
          <a:p>
            <a:r>
              <a:rPr lang="en-IN" dirty="0"/>
              <a:t>What we monitor:</a:t>
            </a:r>
          </a:p>
          <a:p>
            <a:pPr lvl="1"/>
            <a:r>
              <a:rPr lang="en-IN" dirty="0"/>
              <a:t>Training vs. validation accuracy/loss curves</a:t>
            </a:r>
          </a:p>
          <a:p>
            <a:pPr lvl="1"/>
            <a:r>
              <a:rPr lang="en-IN" dirty="0"/>
              <a:t>Gap → overfitting indicator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3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FE60-67F0-493A-1B34-B2FBC5294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D39B-5D13-0F26-16B1-3077D0B6D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Typical test accuracy after 20 epochs: 70–78%</a:t>
            </a:r>
          </a:p>
          <a:p>
            <a:r>
              <a:rPr lang="en-IN" dirty="0"/>
              <a:t>After 50+ epochs or better architecture: 80–85%</a:t>
            </a:r>
          </a:p>
          <a:p>
            <a:r>
              <a:rPr lang="en-IN" dirty="0"/>
              <a:t>Visual: Sample prediction grid</a:t>
            </a:r>
          </a:p>
          <a:p>
            <a:pPr lvl="1"/>
            <a:r>
              <a:rPr lang="en-IN" dirty="0"/>
              <a:t>Green = correct, Red = wrong</a:t>
            </a:r>
          </a:p>
          <a:p>
            <a:pPr lvl="1"/>
            <a:r>
              <a:rPr lang="en-IN" dirty="0"/>
              <a:t>Shows common confusions (cat ↔ dog, deer ↔ horse,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65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7633-A018-BD13-B859-C23259707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Curves : What They Tell 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B3CBC-AA03-712D-8556-3ABD4A189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Accuracy rising → model learning</a:t>
            </a:r>
          </a:p>
          <a:p>
            <a:r>
              <a:rPr lang="en-IN" dirty="0"/>
              <a:t>Validation accuracy plateau → possible overfitting</a:t>
            </a:r>
          </a:p>
          <a:p>
            <a:r>
              <a:rPr lang="en-IN" dirty="0"/>
              <a:t>Loss decreasing smoothly → good optimization</a:t>
            </a:r>
          </a:p>
          <a:p>
            <a:r>
              <a:rPr lang="en-IN" dirty="0"/>
              <a:t>Sudden spikes → bad learning rate / data issues</a:t>
            </a:r>
          </a:p>
          <a:p>
            <a:r>
              <a:rPr lang="en-IN" dirty="0"/>
              <a:t>Visual placeholders for accuracy &amp; loss plots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26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A5A8-D1CF-8F2D-A1A8-7F074D24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This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BABAE-23F0-1C21-E12E-A7AE020A3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Trained from scratch on small dataset → limited performance</a:t>
            </a:r>
          </a:p>
          <a:p>
            <a:r>
              <a:rPr lang="en-US" dirty="0"/>
              <a:t>Overfits easily without strong regularization</a:t>
            </a:r>
          </a:p>
          <a:p>
            <a:r>
              <a:rPr lang="en-US" dirty="0"/>
              <a:t>Computationally expensive (many parameters)</a:t>
            </a:r>
          </a:p>
          <a:p>
            <a:r>
              <a:rPr lang="en-US" dirty="0"/>
              <a:t>Doesn't leverage knowledge from millions of images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8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BCD0-5723-09EA-1966-AC592AD890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Exploring Transfer Learning with Pre-trained Models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CB040-A0C4-9034-8379-C952E0A3F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Transfer </a:t>
            </a:r>
            <a:r>
              <a:rPr lang="en-US"/>
              <a:t>Learning : </a:t>
            </a:r>
            <a:r>
              <a:rPr lang="en-US" dirty="0"/>
              <a:t>achieve 90%+ accuracy with 10× less effort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55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E47A-F634-2233-8967-C4674D64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13F7-CAD3-1FDE-205D-3A180347F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concept of transfer learning</a:t>
            </a:r>
          </a:p>
          <a:p>
            <a:r>
              <a:rPr lang="en-US" dirty="0"/>
              <a:t>See why &amp; when to use pre-trained models</a:t>
            </a:r>
          </a:p>
          <a:p>
            <a:r>
              <a:rPr lang="en-US" dirty="0"/>
              <a:t>Differentiate feature extraction vs. fine-tuning</a:t>
            </a:r>
          </a:p>
          <a:p>
            <a:r>
              <a:rPr lang="en-US" dirty="0"/>
              <a:t>Compare performance with training from scratch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85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C460-84A1-20F8-CD26-9BD0F87F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Transfer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AB961-5464-D1B2-5CC5-12415C5E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Reuse knowledge learned on a large dataset (e.g., ImageNet)</a:t>
            </a:r>
          </a:p>
          <a:p>
            <a:r>
              <a:rPr lang="en-IN" dirty="0"/>
              <a:t>Adapt it to a new (usually smaller) task</a:t>
            </a:r>
          </a:p>
          <a:p>
            <a:r>
              <a:rPr lang="en-IN" dirty="0"/>
              <a:t>Two main strategies:</a:t>
            </a:r>
          </a:p>
          <a:p>
            <a:pPr lvl="1"/>
            <a:r>
              <a:rPr lang="en-IN" dirty="0"/>
              <a:t>Feature extraction (freeze base → train new head)</a:t>
            </a:r>
          </a:p>
          <a:p>
            <a:pPr lvl="1"/>
            <a:r>
              <a:rPr lang="en-IN" dirty="0"/>
              <a:t>Fine-tuning (unfreeze some layers → train with small LR)</a:t>
            </a:r>
          </a:p>
        </p:txBody>
      </p:sp>
    </p:spTree>
    <p:extLst>
      <p:ext uri="{BB962C8B-B14F-4D97-AF65-F5344CB8AC3E}">
        <p14:creationId xmlns:p14="http://schemas.microsoft.com/office/powerpoint/2010/main" val="253381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3AB5-3EFD-F269-2D87-575BD9A0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Transfer Learning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1D33-47BF-3A6A-4E5B-0D5799CA4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ImageNet (1.4M images, 1000 classes) teaches universal low/mid-level features</a:t>
            </a:r>
          </a:p>
          <a:p>
            <a:pPr lvl="1"/>
            <a:r>
              <a:rPr lang="en-IN" dirty="0"/>
              <a:t>Edges → textures → object parts</a:t>
            </a:r>
          </a:p>
          <a:p>
            <a:r>
              <a:rPr lang="en-IN" dirty="0"/>
              <a:t>Our dataset (Cats vs Dogs) is visually similar to ImageNet data</a:t>
            </a:r>
          </a:p>
          <a:p>
            <a:r>
              <a:rPr lang="en-IN" dirty="0"/>
              <a:t>Saves time, data, compute → often better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30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13AB-CCB7-8483-FD66-78D98B29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– Cats vs Dogs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C4581-5F2A-F021-78AF-E64645445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~25,000 images (train: 2000 cats + 2000 dogs, validation: 1000 each)</a:t>
            </a:r>
          </a:p>
          <a:p>
            <a:r>
              <a:rPr lang="en-IN" dirty="0"/>
              <a:t>Binary classification (cats = 0, dogs = 1)</a:t>
            </a:r>
          </a:p>
        </p:txBody>
      </p:sp>
    </p:spTree>
    <p:extLst>
      <p:ext uri="{BB962C8B-B14F-4D97-AF65-F5344CB8AC3E}">
        <p14:creationId xmlns:p14="http://schemas.microsoft.com/office/powerpoint/2010/main" val="234894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CCA4-C121-D340-4D59-09B479D3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Pre-trained Model – VGG16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AF74-35B4-9FF3-2003-29865539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Oxford (2014), 16 layers deep</a:t>
            </a:r>
          </a:p>
          <a:p>
            <a:r>
              <a:rPr lang="en-US" dirty="0"/>
              <a:t>Trained on ImageNet → excellent feature extractor</a:t>
            </a:r>
          </a:p>
          <a:p>
            <a:r>
              <a:rPr lang="en-US" dirty="0"/>
              <a:t>Input: usually 224×224×3 (we use 160×160 for speed)</a:t>
            </a:r>
          </a:p>
          <a:p>
            <a:r>
              <a:rPr lang="en-US" dirty="0"/>
              <a:t>Weights: frozen initially (feature extraction mode)</a:t>
            </a:r>
          </a:p>
          <a:p>
            <a:r>
              <a:rPr lang="en-US" dirty="0"/>
              <a:t>Visual: VGG16 architecture diagram (block structure)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69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E78F-3F33-9372-7FD2-D644D39B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Preparation &amp;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0EAA-D3B9-34C7-F78F-735D6D36D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Resize images to model input size</a:t>
            </a:r>
          </a:p>
          <a:p>
            <a:r>
              <a:rPr lang="en-IN" dirty="0"/>
              <a:t>Rescale pixels [0–1]</a:t>
            </a:r>
          </a:p>
          <a:p>
            <a:r>
              <a:rPr lang="en-IN" dirty="0"/>
              <a:t>Real-time augmentation (rotation, flip, zoom, shift) → Increases effective dataset size → Improves generalization</a:t>
            </a:r>
          </a:p>
          <a:p>
            <a:r>
              <a:rPr lang="en-IN" dirty="0"/>
              <a:t>Why? Small dataset → high risk of overfitting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17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63D5-DB1A-FDC2-0DCF-2893AEEF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1 –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485C3-7E88-D28E-92BC-8E6F056DD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Freeze entire VGG16 base (trainable = False)</a:t>
            </a:r>
          </a:p>
          <a:p>
            <a:r>
              <a:rPr lang="en-IN" dirty="0"/>
              <a:t>Add new head: </a:t>
            </a:r>
            <a:r>
              <a:rPr lang="en-IN" dirty="0" err="1"/>
              <a:t>GlobalAveragePooling</a:t>
            </a:r>
            <a:r>
              <a:rPr lang="en-IN" dirty="0"/>
              <a:t> → Dense(512) → Dropout → Dense(1, sigmoid)</a:t>
            </a:r>
          </a:p>
          <a:p>
            <a:r>
              <a:rPr lang="en-IN" dirty="0"/>
              <a:t>Train only new layers (fast)</a:t>
            </a:r>
          </a:p>
          <a:p>
            <a:r>
              <a:rPr lang="en-IN" dirty="0"/>
              <a:t>Goal: Adapt ImageNet features to cats/dogs decision boundary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49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D251-F9F5-78F3-DC39-C05A280B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2 –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50504-72B5-5DAD-3AF8-0011DF336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Unfreeze last few convolutional blocks (e.g., last 4–8 layers)</a:t>
            </a:r>
          </a:p>
          <a:p>
            <a:r>
              <a:rPr lang="en-US" dirty="0"/>
              <a:t>Re-compile with very small learning rate (1e-5)</a:t>
            </a:r>
          </a:p>
          <a:p>
            <a:r>
              <a:rPr lang="en-US" dirty="0"/>
              <a:t>Train end-to-end → slight updates to pre-trained weights</a:t>
            </a:r>
          </a:p>
          <a:p>
            <a:r>
              <a:rPr lang="en-US" dirty="0"/>
              <a:t>Goal: Specialize features for our specific task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38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D70D-6E1A-B581-BA22-F482DF7E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9D50-E308-BB21-2037-1A68DB3C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Phase 1 accuracy: ~90–94% in 5–10 epochs</a:t>
            </a:r>
          </a:p>
          <a:p>
            <a:r>
              <a:rPr lang="en-IN" dirty="0"/>
              <a:t>Phase 2 accuracy: ~95–97% (sometimes 98%+)</a:t>
            </a:r>
          </a:p>
          <a:p>
            <a:r>
              <a:rPr lang="en-IN" dirty="0"/>
              <a:t>Much better than scratch CNN on small data</a:t>
            </a:r>
          </a:p>
          <a:p>
            <a:r>
              <a:rPr lang="en-IN" dirty="0"/>
              <a:t>Info: Accuracy comparison chart (scratch vs. transfer)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466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903C3-C7C5-0B50-1BBF-3E4E7D9E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Curves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A7F1-AFB9-D17C-5A27-DFC7FB5D1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1: Fast rise in accuracy, low overfitting</a:t>
            </a:r>
          </a:p>
          <a:p>
            <a:r>
              <a:rPr lang="en-US" dirty="0"/>
              <a:t>Phase 2: Slower but steady improvement</a:t>
            </a:r>
          </a:p>
          <a:p>
            <a:r>
              <a:rPr lang="en-US" dirty="0"/>
              <a:t>Watch for:</a:t>
            </a:r>
          </a:p>
          <a:p>
            <a:pPr lvl="1"/>
            <a:r>
              <a:rPr lang="en-US" dirty="0"/>
              <a:t>Validation loss increase → stop early or reduce LR</a:t>
            </a:r>
          </a:p>
          <a:p>
            <a:pPr lvl="1"/>
            <a:r>
              <a:rPr lang="en-US" dirty="0"/>
              <a:t>Overfitting → more augmentation/dropout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1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610D-5A61-57F6-337B-661192F9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C4469-2526-0614-1DF6-08488D8C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High accuracy with little data</a:t>
            </a:r>
          </a:p>
          <a:p>
            <a:pPr lvl="1"/>
            <a:r>
              <a:rPr lang="en-US" dirty="0"/>
              <a:t>Much faster training</a:t>
            </a:r>
          </a:p>
          <a:p>
            <a:pPr lvl="1"/>
            <a:r>
              <a:rPr lang="en-US" dirty="0"/>
              <a:t>Better generalization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Domain shift (if task very different from ImageNet)</a:t>
            </a:r>
          </a:p>
          <a:p>
            <a:pPr lvl="1"/>
            <a:r>
              <a:rPr lang="en-US" dirty="0"/>
              <a:t>Large model size (~500 MB)</a:t>
            </a:r>
          </a:p>
          <a:p>
            <a:pPr lvl="1"/>
            <a:r>
              <a:rPr lang="en-US" dirty="0"/>
              <a:t>Less interpretable than scratch CNN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50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3913</TotalTime>
  <Words>1016</Words>
  <Application>Microsoft Macintosh PowerPoint</Application>
  <PresentationFormat>Widescreen</PresentationFormat>
  <Paragraphs>130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1_Office Theme</vt:lpstr>
      <vt:lpstr>Implementing Basic Image Classification with CNNs</vt:lpstr>
      <vt:lpstr>Learning Objectives</vt:lpstr>
      <vt:lpstr>Why CNNs for Image Classification?</vt:lpstr>
      <vt:lpstr>Dataset – CIFAR-10</vt:lpstr>
      <vt:lpstr>Preprocessing Steps – What &amp; Why</vt:lpstr>
      <vt:lpstr>CNN Architecture Overview</vt:lpstr>
      <vt:lpstr>Key Layer Types Explained </vt:lpstr>
      <vt:lpstr>Loss &amp; Optimizer Choice </vt:lpstr>
      <vt:lpstr>Training Process</vt:lpstr>
      <vt:lpstr>Expected Results &amp; Interpretation</vt:lpstr>
      <vt:lpstr>Training Curves : What They Tell Us</vt:lpstr>
      <vt:lpstr>Limitations of This Approach</vt:lpstr>
      <vt:lpstr>Exploring Transfer Learning with Pre-trained Models</vt:lpstr>
      <vt:lpstr>Learning Objectives</vt:lpstr>
      <vt:lpstr>What is Transfer Learning?</vt:lpstr>
      <vt:lpstr>Why Transfer Learning Works</vt:lpstr>
      <vt:lpstr>Dataset – Cats vs Dogs</vt:lpstr>
      <vt:lpstr>Pre-trained Model – VGG16</vt:lpstr>
      <vt:lpstr>Data Preparation &amp; Augmentation</vt:lpstr>
      <vt:lpstr>Phase 1 – Feature Extraction</vt:lpstr>
      <vt:lpstr>Phase 2 – Fine-Tuning</vt:lpstr>
      <vt:lpstr>Expected Results</vt:lpstr>
      <vt:lpstr>Training Curves Interpretation</vt:lpstr>
      <vt:lpstr>Advantages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Chintan Patel</dc:creator>
  <cp:lastModifiedBy>Akash Giri</cp:lastModifiedBy>
  <cp:revision>2</cp:revision>
  <dcterms:created xsi:type="dcterms:W3CDTF">2026-01-16T11:18:25Z</dcterms:created>
  <dcterms:modified xsi:type="dcterms:W3CDTF">2026-01-28T07:02:47Z</dcterms:modified>
</cp:coreProperties>
</file>